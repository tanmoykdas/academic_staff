
<file path=[Content_Types].xml><?xml version="1.0" encoding="utf-8"?>
<Types xmlns="http://schemas.openxmlformats.org/package/2006/content-types">
  <Default Extension="fntdata" ContentType="application/x-fontdata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Poppins Light" panose="00000400000000000000" pitchFamily="2" charset="0"/>
      <p:regular r:id="rId11"/>
    </p:embeddedFont>
    <p:embeddedFont>
      <p:font typeface="Roboto Light" panose="020000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794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5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0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7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7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5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964" y="90706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F2F2F3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Cholo: A Campus Ride Sharing Solution</a:t>
            </a:r>
            <a:endParaRPr lang="en-US" sz="6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78753" y="5337602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This report outlines the "Cholo" project, a revolutionary app designed to streamline transportation for university students, addressing common commute challenges and fostering a more connected campus community.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1FF24C3-C0D8-752A-115E-1644EEDFF22E}"/>
              </a:ext>
            </a:extLst>
          </p:cNvPr>
          <p:cNvSpPr/>
          <p:nvPr/>
        </p:nvSpPr>
        <p:spPr>
          <a:xfrm>
            <a:off x="788214" y="3491657"/>
            <a:ext cx="5305928" cy="896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Tanmoy Kumar Das</a:t>
            </a:r>
          </a:p>
          <a:p>
            <a:pPr marL="0" indent="0" algn="l">
              <a:buNone/>
            </a:pPr>
            <a:r>
              <a:rPr lang="en-US" sz="4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ID - 2102079</a:t>
            </a:r>
            <a:endParaRPr lang="en-US"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93084" y="1362371"/>
            <a:ext cx="101800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F2F2F3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The Campus Commute Conundrum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271004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4" name="Shape 2"/>
          <p:cNvSpPr/>
          <p:nvPr/>
        </p:nvSpPr>
        <p:spPr>
          <a:xfrm>
            <a:off x="2551688" y="296132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2F2F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5761" y="3131463"/>
            <a:ext cx="272177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3868460"/>
            <a:ext cx="29482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75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Excess Free Capacity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87053" y="4698326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Many students commute with personal bikes or cars, often having one or more empty seats. This unused capacity represents an inefficient use of resources</a:t>
            </a:r>
            <a:r>
              <a:rPr lang="en-US" sz="175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216962" y="3271004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9" name="Shape 6"/>
          <p:cNvSpPr/>
          <p:nvPr/>
        </p:nvSpPr>
        <p:spPr>
          <a:xfrm>
            <a:off x="6974860" y="296132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2F2F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933" y="3131463"/>
            <a:ext cx="272177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4256" y="3868460"/>
            <a:ext cx="32689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75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High Commuting Costs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542240" y="4697077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Students without personal transport rely on services like Pathao or Uber, which can be expensive, adding financial burden to their academic life.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9640133" y="3271004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14" name="Shape 10"/>
          <p:cNvSpPr/>
          <p:nvPr/>
        </p:nvSpPr>
        <p:spPr>
          <a:xfrm>
            <a:off x="11398032" y="296132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2F2F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02105" y="3131463"/>
            <a:ext cx="272177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97427" y="3868460"/>
            <a:ext cx="34747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75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Fragmented Community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897427" y="4697076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The lack of a centralized ride-sharing system limits interaction and community building among students from different departments or backgrounds.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93432D-8DCE-3144-5EBD-C399B6AC72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20239" y="7515661"/>
            <a:ext cx="2410161" cy="600159"/>
          </a:xfrm>
          <a:prstGeom prst="rect">
            <a:avLst/>
          </a:prstGeom>
        </p:spPr>
      </p:pic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6942CE94-7107-0506-491D-D0C2A1701B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325245" t="-161075" r="-325245" b="-161075"/>
          <a:stretch>
            <a:fillRect/>
          </a:stretch>
        </p:blipFill>
        <p:spPr>
          <a:xfrm>
            <a:off x="10972800" y="6172200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24"/>
    </mc:Choice>
    <mc:Fallback>
      <p:transition spd="slow" advTm="76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2350" y="450532"/>
            <a:ext cx="7726204" cy="654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4000" b="1" dirty="0">
                <a:solidFill>
                  <a:srgbClr val="F2F2F3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Cholo: The Innovative Solution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3425" y="1650206"/>
            <a:ext cx="1316355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Cholo is a mobile application specifically tailored for university students, creating a peer-to-peer ride-sharing network that benefits both drivers and passengers.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2556510"/>
            <a:ext cx="6581775" cy="838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2975" y="3604260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55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Account Creation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42975" y="4057412"/>
            <a:ext cx="616267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Students create secure accounts, verified with their student ID, ensuring a trusted user base.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556510"/>
            <a:ext cx="6581775" cy="838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60692" y="3604260"/>
            <a:ext cx="299263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55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Route &amp; Time Matching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524750" y="4057412"/>
            <a:ext cx="61626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Drivers can post available seats with their route and time, while passengers can search for rides based on their destination and schedule.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5272802"/>
            <a:ext cx="6581775" cy="838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42975" y="6320552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55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Seamless Booking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42975" y="6773704"/>
            <a:ext cx="616267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If a match is found, passengers can instantly book a seat through the app, simplifying the coordination process.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5272802"/>
            <a:ext cx="6581775" cy="838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24750" y="6320552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Cost-Effective Rides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524750" y="6773704"/>
            <a:ext cx="616267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Ride costs are set at half the price of commercial services like Pathao or Uber, making it highly affordable.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71DA87-0576-6DD5-0443-3F653405DD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20239" y="7515661"/>
            <a:ext cx="2410161" cy="600159"/>
          </a:xfrm>
          <a:prstGeom prst="rect">
            <a:avLst/>
          </a:prstGeom>
        </p:spPr>
      </p:pic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CB8A0AC6-EB03-B3F7-C1D5-A824EF2704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325245" t="-161075" r="-325245" b="-161075"/>
          <a:stretch>
            <a:fillRect/>
          </a:stretch>
        </p:blipFill>
        <p:spPr>
          <a:xfrm>
            <a:off x="10972800" y="6172200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1"/>
    </mc:Choice>
    <mc:Fallback>
      <p:transition spd="slow" advTm="17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43805" y="577512"/>
            <a:ext cx="10142790" cy="591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400" b="1" dirty="0">
                <a:solidFill>
                  <a:srgbClr val="F2F2F3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Mutual Benefits for the Cholo Community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64" y="1608773"/>
            <a:ext cx="6421874" cy="64218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53682" y="1756613"/>
            <a:ext cx="6421874" cy="1655981"/>
          </a:xfrm>
          <a:prstGeom prst="roundRect">
            <a:avLst>
              <a:gd name="adj" fmla="val 535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50493" y="1953399"/>
            <a:ext cx="2366248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For Student Drivers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71924" y="2443518"/>
            <a:ext cx="6028253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Drivers earn supplementary income by utilizing their otherwise empty seats, covering fuel costs or daily expenses.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553682" y="3663987"/>
            <a:ext cx="6421874" cy="1655980"/>
          </a:xfrm>
          <a:prstGeom prst="roundRect">
            <a:avLst>
              <a:gd name="adj" fmla="val 535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50493" y="3921286"/>
            <a:ext cx="2738438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For Student Passengers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39683" y="4339989"/>
            <a:ext cx="6028253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35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Passengers enjoy significantly reduced commute costs (40% less than commercial apps) and reliable transportation.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546062" y="5718261"/>
            <a:ext cx="6421874" cy="1653476"/>
          </a:xfrm>
          <a:prstGeom prst="roundRect">
            <a:avLst>
              <a:gd name="adj" fmla="val 535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91676" y="5822505"/>
            <a:ext cx="2483882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For Cholo Developers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033186" y="6247362"/>
            <a:ext cx="6225063" cy="1064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The project generates revenue through a 10% commission on each ride, ensuring sustainability and future development.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0573A0-6991-CB89-BB43-521DA0527B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20239" y="7515661"/>
            <a:ext cx="2410161" cy="600159"/>
          </a:xfrm>
          <a:prstGeom prst="rect">
            <a:avLst/>
          </a:prstGeom>
        </p:spPr>
      </p:pic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C95CFE6A-48EB-8BEC-9F41-0315C886D4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325245" t="-161075" r="-325245" b="-161075"/>
          <a:stretch>
            <a:fillRect/>
          </a:stretch>
        </p:blipFill>
        <p:spPr>
          <a:xfrm>
            <a:off x="10972800" y="6172200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2"/>
    </mc:Choice>
    <mc:Fallback>
      <p:transition spd="slow" advTm="9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905" y="10702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F2F2F3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Technology Stack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89" y="24840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Cholo is built with robust and scalable technologies to ensure a smooth and reliable user experience.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551992"/>
            <a:ext cx="680442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5159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Flutter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306866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For cross-platform mobile app development, ensuring a consistent user interface and experience on both Android and iOS.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5893" y="3551992"/>
            <a:ext cx="680442" cy="6804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5159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Android Studio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235891" y="530686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The integrated development environment for robust Android app development and debugging, leveraging native capabilities.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7995" y="3551992"/>
            <a:ext cx="680442" cy="6804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5159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MongoDB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677995" y="5285121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A NoSQL database chosen for its flexibility and scalability, ideal for managing dynamic user data and ride information.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8FFFAE-B803-A067-1503-B64A1789B1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20239" y="7515661"/>
            <a:ext cx="2410161" cy="600159"/>
          </a:xfrm>
          <a:prstGeom prst="rect">
            <a:avLst/>
          </a:prstGeom>
        </p:spPr>
      </p:pic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DCF2FC29-2D7A-ADDA-7C80-8CC9032AA1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325245" t="-161075" r="-325245" b="-161075"/>
          <a:stretch>
            <a:fillRect/>
          </a:stretch>
        </p:blipFill>
        <p:spPr>
          <a:xfrm>
            <a:off x="10972800" y="6172200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5"/>
    </mc:Choice>
    <mc:Fallback>
      <p:transition spd="slow" advTm="6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515" y="406463"/>
            <a:ext cx="7775258" cy="1222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2F2F3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Methodology: Ensuring Trust and Efficiency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20515" y="1875830"/>
            <a:ext cx="439936" cy="439936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7654" y="2091511"/>
            <a:ext cx="293251" cy="366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363919" y="2010252"/>
            <a:ext cx="266414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Student ID Verification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19807" y="2402503"/>
            <a:ext cx="7139821" cy="62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45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Only university students can create accounts, ensuring a secure and trusted community through mandatory student ID verification.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20515" y="3471862"/>
            <a:ext cx="439936" cy="439936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7654" y="3598009"/>
            <a:ext cx="293251" cy="366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319808" y="3585107"/>
            <a:ext cx="244435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Driver Ride Settings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19808" y="4035600"/>
            <a:ext cx="7139821" cy="62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Drivers have the option to set up a ride by specifying their exact route, departure time, and available seats.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68539" y="4925556"/>
            <a:ext cx="439936" cy="439936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7654" y="5104507"/>
            <a:ext cx="293251" cy="366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1322189" y="5007978"/>
            <a:ext cx="2763560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Passenger Ride Search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322189" y="5424617"/>
            <a:ext cx="7139821" cy="62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Passengers can efficiently search for available rides based on their desired route and time, viewing matching options.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84371" y="6574393"/>
            <a:ext cx="439936" cy="439936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7654" y="6611005"/>
            <a:ext cx="293251" cy="366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1319808" y="6672084"/>
            <a:ext cx="2765941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Seamless Ride Booking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319808" y="7064335"/>
            <a:ext cx="7139821" cy="62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Once a suitable ride is found, passengers can instantly book a seat within the app, confirming their spot.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Audio 19">
            <a:hlinkClick r:id="" action="ppaction://media"/>
            <a:extLst>
              <a:ext uri="{FF2B5EF4-FFF2-40B4-BE49-F238E27FC236}">
                <a16:creationId xmlns:a16="http://schemas.microsoft.com/office/drawing/2014/main" id="{CB1FC7FC-610D-8066-CCD6-88DA46D3CE6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5245" t="-161075" r="-325245" b="-161075"/>
          <a:stretch>
            <a:fillRect/>
          </a:stretch>
        </p:blipFill>
        <p:spPr>
          <a:xfrm>
            <a:off x="10972800" y="6172200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32"/>
    </mc:Choice>
    <mc:Fallback>
      <p:transition spd="slow" advTm="59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396" y="576075"/>
            <a:ext cx="88482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F2F2F3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Market Opportunity and Impact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30" y="2089788"/>
            <a:ext cx="6244709" cy="323969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328713" y="5640290"/>
            <a:ext cx="226814" cy="226814"/>
          </a:xfrm>
          <a:prstGeom prst="roundRect">
            <a:avLst>
              <a:gd name="adj" fmla="val 8063"/>
            </a:avLst>
          </a:prstGeom>
          <a:solidFill>
            <a:srgbClr val="252528"/>
          </a:solidFill>
          <a:ln/>
        </p:spPr>
      </p:sp>
      <p:sp>
        <p:nvSpPr>
          <p:cNvPr id="5" name="Text 2"/>
          <p:cNvSpPr/>
          <p:nvPr/>
        </p:nvSpPr>
        <p:spPr>
          <a:xfrm>
            <a:off x="2725801" y="5671517"/>
            <a:ext cx="6919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Drivers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992285" y="5640290"/>
            <a:ext cx="226814" cy="226814"/>
          </a:xfrm>
          <a:prstGeom prst="roundRect">
            <a:avLst>
              <a:gd name="adj" fmla="val 8063"/>
            </a:avLst>
          </a:prstGeom>
          <a:solidFill>
            <a:srgbClr val="888891"/>
          </a:solidFill>
          <a:ln/>
        </p:spPr>
      </p:sp>
      <p:sp>
        <p:nvSpPr>
          <p:cNvPr id="7" name="Text 4"/>
          <p:cNvSpPr/>
          <p:nvPr/>
        </p:nvSpPr>
        <p:spPr>
          <a:xfrm>
            <a:off x="4376998" y="5655533"/>
            <a:ext cx="116597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Passengers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354811" y="628566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The pie chart illustrates the projected user distribution, with a larger segment of students benefiting as passengers.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91901" y="208978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Cholo taps into a significant unmet need within university communities, offering an economically viable and environmentally friendly alternative to traditional transport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398343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By fostering direct connections, it also aims to enhance campus connectivity and reduce traffic congestion around universities.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668163" y="555986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The platform has strong potential for growth and expansion to other university campuses, creating a widespread network.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1C5220-65D3-88D3-153F-41E847D88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0239" y="7515661"/>
            <a:ext cx="2410161" cy="6001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2658" y="680486"/>
            <a:ext cx="10867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F2F2F3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Conclusion: A Win-Win-Win Proposition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793683"/>
            <a:ext cx="907256" cy="1360884"/>
          </a:xfrm>
          <a:prstGeom prst="roundRect">
            <a:avLst>
              <a:gd name="adj" fmla="val 36002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278" y="3261479"/>
            <a:ext cx="340162" cy="4252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7860" y="3020497"/>
            <a:ext cx="32290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75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Student Empowerment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927860" y="3510915"/>
            <a:ext cx="12702540" cy="813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Students gain affordable, convenient transport and an opportunity to earn from their commutes.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93790" y="4324588"/>
            <a:ext cx="907256" cy="1360884"/>
          </a:xfrm>
          <a:prstGeom prst="roundRect">
            <a:avLst>
              <a:gd name="adj" fmla="val 36002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278" y="4792385"/>
            <a:ext cx="340162" cy="4252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7860" y="4551402"/>
            <a:ext cx="33202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75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Economic Sustainability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927860" y="5041821"/>
            <a:ext cx="1190875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A clear revenue model (10% commission) ensures the project's long-term viability and growth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793790" y="5855494"/>
            <a:ext cx="907256" cy="1360884"/>
          </a:xfrm>
          <a:prstGeom prst="roundRect">
            <a:avLst>
              <a:gd name="adj" fmla="val 36002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278" y="6323290"/>
            <a:ext cx="340162" cy="4252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27860" y="6082308"/>
            <a:ext cx="37694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75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E5E0DF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Community &amp; Environment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927860" y="6572726"/>
            <a:ext cx="1190875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Fosters a stronger campus community while contributing to reduced carbon emissions.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23D3C0-1D66-0DB7-7391-22239A6B3E4E}"/>
              </a:ext>
            </a:extLst>
          </p:cNvPr>
          <p:cNvSpPr txBox="1"/>
          <p:nvPr/>
        </p:nvSpPr>
        <p:spPr>
          <a:xfrm>
            <a:off x="882968" y="1751930"/>
            <a:ext cx="130428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The Cholo app promises a highly beneficial solution for all stakeholders, addressing critical pain points in student transportation</a:t>
            </a:r>
            <a:endParaRPr lang="en-US" sz="2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6A6548D-93C0-FFE9-05D1-780FEEBBA7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20239" y="7515661"/>
            <a:ext cx="2410161" cy="6001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670</Words>
  <Application>Microsoft Office PowerPoint</Application>
  <PresentationFormat>Custom</PresentationFormat>
  <Paragraphs>72</Paragraphs>
  <Slides>8</Slides>
  <Notes>8</Notes>
  <HiddenSlides>0</HiddenSlides>
  <MMClips>5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Times New Roman</vt:lpstr>
      <vt:lpstr>Wingdings</vt:lpstr>
      <vt:lpstr>Poppins Light</vt:lpstr>
      <vt:lpstr>Roboto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Tanmoy Kumar Das</dc:creator>
  <cp:lastModifiedBy>Tanmoy Kumar Das</cp:lastModifiedBy>
  <cp:revision>3</cp:revision>
  <dcterms:created xsi:type="dcterms:W3CDTF">2025-07-21T15:41:05Z</dcterms:created>
  <dcterms:modified xsi:type="dcterms:W3CDTF">2025-07-21T16:36:29Z</dcterms:modified>
</cp:coreProperties>
</file>